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8" autoAdjust="0"/>
    <p:restoredTop sz="94660"/>
  </p:normalViewPr>
  <p:slideViewPr>
    <p:cSldViewPr snapToGrid="0">
      <p:cViewPr>
        <p:scale>
          <a:sx n="75" d="100"/>
          <a:sy n="75" d="100"/>
        </p:scale>
        <p:origin x="974" y="-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B600DE7-E6E1-40FE-A17E-7E0963A7381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489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B600DE7-E6E1-40FE-A17E-7E0963A7381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03102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B600DE7-E6E1-40FE-A17E-7E0963A7381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103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B600DE7-E6E1-40FE-A17E-7E0963A7381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544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B600DE7-E6E1-40FE-A17E-7E0963A7381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9486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B600DE7-E6E1-40FE-A17E-7E0963A7381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945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B600DE7-E6E1-40FE-A17E-7E0963A7381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02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B600DE7-E6E1-40FE-A17E-7E0963A7381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4465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B600DE7-E6E1-40FE-A17E-7E0963A7381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803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B600DE7-E6E1-40FE-A17E-7E0963A7381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935580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AB600DE7-E6E1-40FE-A17E-7E0963A7381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1509886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AB600DE7-E6E1-40FE-A17E-7E0963A7381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729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B600DE7-E6E1-40FE-A17E-7E0963A7381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94736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AB600DE7-E6E1-40FE-A17E-7E0963A7381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0070840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AB600DE7-E6E1-40FE-A17E-7E0963A7381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780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AB600DE7-E6E1-40FE-A17E-7E0963A7381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9130454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B600DE7-E6E1-40FE-A17E-7E0963A7381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980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AB600DE7-E6E1-40FE-A17E-7E0963A7381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5736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B600DE7-E6E1-40FE-A17E-7E0963A7381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5011414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B600DE7-E6E1-40FE-A17E-7E0963A7381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970293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B600DE7-E6E1-40FE-A17E-7E0963A7381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41273969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B600DE7-E6E1-40FE-A17E-7E0963A7381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870008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B600DE7-E6E1-40FE-A17E-7E0963A7381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0859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B600DE7-E6E1-40FE-A17E-7E0963A7381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78321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B600DE7-E6E1-40FE-A17E-7E0963A7381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3035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B600DE7-E6E1-40FE-A17E-7E0963A7381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06117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B600DE7-E6E1-40FE-A17E-7E0963A7381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0868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AB600DE7-E6E1-40FE-A17E-7E0963A73810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83C30339-F8EF-4003-8230-FE4F63715D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60157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  <p:sldLayoutId id="2147483800" r:id="rId14"/>
    <p:sldLayoutId id="2147483801" r:id="rId15"/>
    <p:sldLayoutId id="2147483802" r:id="rId16"/>
    <p:sldLayoutId id="2147483803" r:id="rId17"/>
    <p:sldLayoutId id="2147483804" r:id="rId18"/>
    <p:sldLayoutId id="2147483805" r:id="rId19"/>
    <p:sldLayoutId id="2147483806" r:id="rId20"/>
    <p:sldLayoutId id="2147483807" r:id="rId21"/>
    <p:sldLayoutId id="2147483808" r:id="rId22"/>
    <p:sldLayoutId id="2147483809" r:id="rId23"/>
    <p:sldLayoutId id="2147483810" r:id="rId24"/>
    <p:sldLayoutId id="2147483811" r:id="rId25"/>
    <p:sldLayoutId id="2147483812" r:id="rId26"/>
    <p:sldLayoutId id="2147483813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45BE9-D1AE-250A-1E50-90A88E64B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1936" y="136144"/>
            <a:ext cx="10427208" cy="2387600"/>
          </a:xfrm>
        </p:spPr>
        <p:txBody>
          <a:bodyPr>
            <a:normAutofit/>
          </a:bodyPr>
          <a:lstStyle/>
          <a:p>
            <a:pPr algn="ctr"/>
            <a:r>
              <a:rPr lang="en-IN" sz="5400" dirty="0"/>
              <a:t>RESOURCE MANAGEMENT AND SYSTEM CALLS IN LINUX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FC1B06-7398-3EB9-6645-34F1359111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78908" y="3159663"/>
            <a:ext cx="5896740" cy="1496616"/>
          </a:xfrm>
        </p:spPr>
        <p:txBody>
          <a:bodyPr>
            <a:normAutofit/>
          </a:bodyPr>
          <a:lstStyle/>
          <a:p>
            <a:r>
              <a:rPr lang="en-US" sz="2400" b="1" dirty="0"/>
              <a:t>CSA0406 – OPERATING SYSTEM</a:t>
            </a:r>
            <a:endParaRPr lang="en-IN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EAF004-79D5-192B-966C-18735164F59F}"/>
              </a:ext>
            </a:extLst>
          </p:cNvPr>
          <p:cNvSpPr txBox="1"/>
          <p:nvPr/>
        </p:nvSpPr>
        <p:spPr>
          <a:xfrm>
            <a:off x="539496" y="4758256"/>
            <a:ext cx="418795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DONE BY :</a:t>
            </a:r>
          </a:p>
          <a:p>
            <a:r>
              <a:rPr lang="en-US" dirty="0"/>
              <a:t>                </a:t>
            </a:r>
          </a:p>
          <a:p>
            <a:r>
              <a:rPr lang="en-US" dirty="0"/>
              <a:t>         </a:t>
            </a:r>
            <a:r>
              <a:rPr lang="en-US" sz="2000" dirty="0"/>
              <a:t>VIGNESHWAR.D</a:t>
            </a:r>
          </a:p>
          <a:p>
            <a:r>
              <a:rPr lang="en-US" sz="2000" dirty="0"/>
              <a:t>        192524415</a:t>
            </a:r>
            <a:endParaRPr lang="en-IN" sz="20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0285094-4006-40B9-A06A-10D8881285EF}"/>
              </a:ext>
            </a:extLst>
          </p:cNvPr>
          <p:cNvCxnSpPr/>
          <p:nvPr/>
        </p:nvCxnSpPr>
        <p:spPr>
          <a:xfrm>
            <a:off x="1658112" y="2889504"/>
            <a:ext cx="91348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6B87729-B5A3-3378-691F-67ED456E7A2D}"/>
              </a:ext>
            </a:extLst>
          </p:cNvPr>
          <p:cNvCxnSpPr/>
          <p:nvPr/>
        </p:nvCxnSpPr>
        <p:spPr>
          <a:xfrm>
            <a:off x="1627632" y="3907971"/>
            <a:ext cx="91348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8527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ypes of Presentation: 10+ Formats with Examples">
            <a:extLst>
              <a:ext uri="{FF2B5EF4-FFF2-40B4-BE49-F238E27FC236}">
                <a16:creationId xmlns:a16="http://schemas.microsoft.com/office/drawing/2014/main" id="{3BCB62BC-F912-D2F9-79DF-7AEFF1A7BEE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r="3112" b="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BEB088-F4E1-BD72-FCF4-C69C44836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602763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FFFF"/>
                </a:solidFill>
              </a:rPr>
              <a:t>INTRODUCTION</a:t>
            </a:r>
            <a:br>
              <a:rPr lang="en-US" sz="3600" dirty="0">
                <a:solidFill>
                  <a:srgbClr val="FFFFFF"/>
                </a:solidFill>
              </a:rPr>
            </a:br>
            <a:endParaRPr lang="en-IN" sz="36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4B9CD-1230-6638-332C-2C9479618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928326"/>
            <a:ext cx="9942409" cy="4305300"/>
          </a:xfrm>
        </p:spPr>
        <p:txBody>
          <a:bodyPr>
            <a:normAutofit fontScale="85000" lnSpcReduction="20000"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FFFF"/>
                </a:solidFill>
              </a:rPr>
              <a:t>Linux</a:t>
            </a:r>
            <a:r>
              <a:rPr lang="en-IN" sz="2400" dirty="0">
                <a:solidFill>
                  <a:srgbClr val="FFFFFF"/>
                </a:solidFill>
              </a:rPr>
              <a:t> is an operating system that manages computer resources and allows multiple users to work at the same time.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FFFFF"/>
                </a:solidFill>
              </a:rPr>
              <a:t>The </a:t>
            </a:r>
            <a:r>
              <a:rPr lang="en-IN" sz="2400" b="1" dirty="0">
                <a:solidFill>
                  <a:srgbClr val="FFFFFF"/>
                </a:solidFill>
              </a:rPr>
              <a:t>kernel</a:t>
            </a:r>
            <a:r>
              <a:rPr lang="en-IN" sz="2400" dirty="0">
                <a:solidFill>
                  <a:srgbClr val="FFFFFF"/>
                </a:solidFill>
              </a:rPr>
              <a:t> is the core part of Linux that controls CPU, memory, files, and devices.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FFFF"/>
                </a:solidFill>
              </a:rPr>
              <a:t>Resource management</a:t>
            </a:r>
            <a:r>
              <a:rPr lang="en-IN" sz="2400" dirty="0">
                <a:solidFill>
                  <a:srgbClr val="FFFFFF"/>
                </a:solidFill>
              </a:rPr>
              <a:t> helps share these resources efficiently among different users and processes.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FFFF"/>
                </a:solidFill>
              </a:rPr>
              <a:t>System calls</a:t>
            </a:r>
            <a:r>
              <a:rPr lang="en-IN" sz="2400" dirty="0">
                <a:solidFill>
                  <a:srgbClr val="FFFFFF"/>
                </a:solidFill>
              </a:rPr>
              <a:t> allow user applications to request services from the kernel.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FFFFF"/>
                </a:solidFill>
              </a:rPr>
              <a:t>File and device system calls provide </a:t>
            </a:r>
            <a:r>
              <a:rPr lang="en-IN" sz="2400" b="1" dirty="0">
                <a:solidFill>
                  <a:srgbClr val="FFFFFF"/>
                </a:solidFill>
              </a:rPr>
              <a:t>controlled access to files, storage, and hardware devices</a:t>
            </a:r>
            <a:r>
              <a:rPr lang="en-IN" sz="2400" dirty="0">
                <a:solidFill>
                  <a:srgbClr val="FFFFFF"/>
                </a:solidFill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FFFFF"/>
                </a:solidFill>
              </a:rPr>
              <a:t>This project explains how </a:t>
            </a:r>
            <a:r>
              <a:rPr lang="en-IN" sz="2400" b="1" dirty="0">
                <a:solidFill>
                  <a:srgbClr val="FFFFFF"/>
                </a:solidFill>
              </a:rPr>
              <a:t>user processes, system calls, and the Linux kernel work together</a:t>
            </a:r>
            <a:endParaRPr lang="en-IN" sz="2400" dirty="0">
              <a:solidFill>
                <a:srgbClr val="FFFFFF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56239E-11F8-6042-9354-9A2640586E21}"/>
              </a:ext>
            </a:extLst>
          </p:cNvPr>
          <p:cNvSpPr/>
          <p:nvPr/>
        </p:nvSpPr>
        <p:spPr>
          <a:xfrm>
            <a:off x="807720" y="471697"/>
            <a:ext cx="1031240" cy="9042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7696DC4-5508-1581-F740-1C5A76499ACA}"/>
              </a:ext>
            </a:extLst>
          </p:cNvPr>
          <p:cNvCxnSpPr/>
          <p:nvPr/>
        </p:nvCxnSpPr>
        <p:spPr>
          <a:xfrm>
            <a:off x="579120" y="1442720"/>
            <a:ext cx="10668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84940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bstract background with colorful dots and bubbles 55273705 Vector Art at  Vecteezy">
            <a:extLst>
              <a:ext uri="{FF2B5EF4-FFF2-40B4-BE49-F238E27FC236}">
                <a16:creationId xmlns:a16="http://schemas.microsoft.com/office/drawing/2014/main" id="{3512ACC3-8436-7ADC-5169-E7DB1D52FA2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Strok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33680" y="-1014307"/>
            <a:ext cx="12425680" cy="80534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CB104C-0EF0-739F-110C-3F4431A26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80" y="536417"/>
            <a:ext cx="9942409" cy="876193"/>
          </a:xfrm>
        </p:spPr>
        <p:txBody>
          <a:bodyPr>
            <a:normAutofit/>
          </a:bodyPr>
          <a:lstStyle/>
          <a:p>
            <a:r>
              <a:rPr lang="en-IN" sz="4000" b="1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42B17-E798-12FF-3DF9-413B07587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073248"/>
            <a:ext cx="10668000" cy="4305300"/>
          </a:xfrm>
        </p:spPr>
        <p:txBody>
          <a:bodyPr>
            <a:normAutofit lnSpcReduction="10000"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Linux is designed to support </a:t>
            </a:r>
            <a:r>
              <a:rPr lang="en-IN" sz="2000" b="1" dirty="0"/>
              <a:t>multiple users and processes</a:t>
            </a:r>
            <a:r>
              <a:rPr lang="en-IN" sz="2000" dirty="0"/>
              <a:t> at the same time.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The </a:t>
            </a:r>
            <a:r>
              <a:rPr lang="en-IN" sz="2000" b="1" dirty="0"/>
              <a:t>kernel manages important resources</a:t>
            </a:r>
            <a:r>
              <a:rPr lang="en-IN" sz="2000" dirty="0"/>
              <a:t> such as CPU, memory, files, and devices.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System calls</a:t>
            </a:r>
            <a:r>
              <a:rPr lang="en-IN" sz="2000" dirty="0"/>
              <a:t> provide a controlled way for applications to request kernel services.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File system calls allow users to </a:t>
            </a:r>
            <a:r>
              <a:rPr lang="en-IN" sz="2000" b="1" dirty="0"/>
              <a:t>create, read, write, and manage files</a:t>
            </a:r>
            <a:r>
              <a:rPr lang="en-IN" sz="2000" dirty="0"/>
              <a:t>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Device system calls allow applications to </a:t>
            </a:r>
            <a:r>
              <a:rPr lang="en-IN" sz="2000" b="1" dirty="0"/>
              <a:t>communicate with hardware through device drivers</a:t>
            </a:r>
            <a:r>
              <a:rPr lang="en-IN" sz="2000" dirty="0"/>
              <a:t>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This project explains the </a:t>
            </a:r>
            <a:r>
              <a:rPr lang="en-IN" sz="2000" b="1" dirty="0"/>
              <a:t>interaction between user processes, system calls, kernel, and hardware</a:t>
            </a:r>
            <a:endParaRPr lang="en-IN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F9568FA-C74D-118F-E36B-596E7658D186}"/>
              </a:ext>
            </a:extLst>
          </p:cNvPr>
          <p:cNvCxnSpPr/>
          <p:nvPr/>
        </p:nvCxnSpPr>
        <p:spPr>
          <a:xfrm>
            <a:off x="609600" y="1325773"/>
            <a:ext cx="10668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2890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E1953-9426-284B-1457-8C428927E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Modern Colorful Wavy Shape Abstract Presentation Background Template Design  71316825 Vector Art at Vecteezy">
            <a:extLst>
              <a:ext uri="{FF2B5EF4-FFF2-40B4-BE49-F238E27FC236}">
                <a16:creationId xmlns:a16="http://schemas.microsoft.com/office/drawing/2014/main" id="{CA8416D8-B93B-A7DC-E48A-40287640989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 flipH="1">
            <a:off x="-2120348" y="-71120"/>
            <a:ext cx="14312348" cy="69291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94A3A9-6E79-0BFA-4567-90E562C8A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311" y="1113510"/>
            <a:ext cx="9942409" cy="876193"/>
          </a:xfrm>
        </p:spPr>
        <p:txBody>
          <a:bodyPr>
            <a:normAutofit/>
          </a:bodyPr>
          <a:lstStyle/>
          <a:p>
            <a:r>
              <a:rPr lang="en-IN" sz="3600" b="1" dirty="0"/>
              <a:t>OS Functions in Resource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B0A7F-934E-1E74-5A6C-284BB2399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2697" y="2552700"/>
            <a:ext cx="9942409" cy="4305300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IN" sz="2000" b="1" dirty="0"/>
              <a:t>Process Management</a:t>
            </a:r>
            <a:r>
              <a:rPr lang="en-IN" sz="2000" dirty="0"/>
              <a:t> → Creates, schedules, and terminates processes.</a:t>
            </a:r>
          </a:p>
          <a:p>
            <a:pPr lvl="0">
              <a:lnSpc>
                <a:spcPct val="150000"/>
              </a:lnSpc>
            </a:pPr>
            <a:r>
              <a:rPr lang="en-IN" sz="2000" b="1" dirty="0"/>
              <a:t>Memory Management</a:t>
            </a:r>
            <a:r>
              <a:rPr lang="en-IN" sz="2000" dirty="0"/>
              <a:t> → Allocates and protects memory.</a:t>
            </a:r>
          </a:p>
          <a:p>
            <a:pPr lvl="0">
              <a:lnSpc>
                <a:spcPct val="150000"/>
              </a:lnSpc>
            </a:pPr>
            <a:r>
              <a:rPr lang="en-IN" sz="2000" b="1" dirty="0"/>
              <a:t>File Management</a:t>
            </a:r>
            <a:r>
              <a:rPr lang="en-IN" sz="2000" dirty="0"/>
              <a:t> → Organizes files and controls permissions.</a:t>
            </a:r>
          </a:p>
          <a:p>
            <a:pPr lvl="0">
              <a:lnSpc>
                <a:spcPct val="150000"/>
              </a:lnSpc>
            </a:pPr>
            <a:r>
              <a:rPr lang="en-IN" sz="2000" b="1" dirty="0"/>
              <a:t>I/O Management</a:t>
            </a:r>
            <a:r>
              <a:rPr lang="en-IN" sz="2000" dirty="0"/>
              <a:t> → Controls communication with devices.</a:t>
            </a:r>
          </a:p>
          <a:p>
            <a:pPr lvl="0">
              <a:lnSpc>
                <a:spcPct val="150000"/>
              </a:lnSpc>
            </a:pPr>
            <a:r>
              <a:rPr lang="en-IN" sz="2000" b="1" dirty="0"/>
              <a:t>Security</a:t>
            </a:r>
            <a:r>
              <a:rPr lang="en-IN" sz="2000" dirty="0"/>
              <a:t> → Ensures authorized access to resources.</a:t>
            </a:r>
          </a:p>
          <a:p>
            <a:pPr>
              <a:lnSpc>
                <a:spcPct val="150000"/>
              </a:lnSpc>
            </a:pPr>
            <a:endParaRPr lang="en-IN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A310FC0-A449-0450-A19E-CA41141395F1}"/>
              </a:ext>
            </a:extLst>
          </p:cNvPr>
          <p:cNvCxnSpPr/>
          <p:nvPr/>
        </p:nvCxnSpPr>
        <p:spPr>
          <a:xfrm>
            <a:off x="762000" y="1864253"/>
            <a:ext cx="10668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0631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FD9AA-F619-06B8-859E-B284D16D8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bstract digital tech background featuring a V-shape light beam in green  and yellow tone. Ideal for modern presentation themes 60199330 Vector Art  at Vecteezy">
            <a:extLst>
              <a:ext uri="{FF2B5EF4-FFF2-40B4-BE49-F238E27FC236}">
                <a16:creationId xmlns:a16="http://schemas.microsoft.com/office/drawing/2014/main" id="{F6F04E0E-0A96-A12C-94F0-C9312E008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0159" y="-50800"/>
            <a:ext cx="14630400" cy="6959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DBDAF2-8F04-E37D-0443-61B4DA9B5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1231" y="729462"/>
            <a:ext cx="9942409" cy="876193"/>
          </a:xfrm>
        </p:spPr>
        <p:txBody>
          <a:bodyPr>
            <a:normAutofit/>
          </a:bodyPr>
          <a:lstStyle/>
          <a:p>
            <a:r>
              <a:rPr lang="en-IN" sz="4000" b="1" dirty="0"/>
              <a:t>SYSTEM CALLS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CE782-D6BE-3467-6234-407CE3C92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8559" y="2074539"/>
            <a:ext cx="4078057" cy="566420"/>
          </a:xfrm>
        </p:spPr>
        <p:txBody>
          <a:bodyPr>
            <a:normAutofit lnSpcReduction="10000"/>
          </a:bodyPr>
          <a:lstStyle/>
          <a:p>
            <a:r>
              <a:rPr lang="en-IN" sz="2800" b="1" dirty="0">
                <a:latin typeface="Aptos Black" panose="020B0004020202020204" pitchFamily="34" charset="0"/>
              </a:rPr>
              <a:t>File System Calls </a:t>
            </a:r>
          </a:p>
          <a:p>
            <a:endParaRPr lang="en-IN" sz="1800" b="1" dirty="0">
              <a:latin typeface="Aptos Black" panose="020B0004020202020204" pitchFamily="34" charset="0"/>
            </a:endParaRPr>
          </a:p>
          <a:p>
            <a:endParaRPr lang="en-IN" sz="1800" b="1" dirty="0">
              <a:latin typeface="Aptos Black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E83AFE-1A52-901B-546A-3D468199B940}"/>
              </a:ext>
            </a:extLst>
          </p:cNvPr>
          <p:cNvSpPr txBox="1"/>
          <p:nvPr/>
        </p:nvSpPr>
        <p:spPr>
          <a:xfrm>
            <a:off x="6734800" y="2202986"/>
            <a:ext cx="48585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Aptos Black" panose="020B0004020202020204" pitchFamily="34" charset="0"/>
              </a:rPr>
              <a:t>Device</a:t>
            </a:r>
            <a:r>
              <a:rPr lang="en-IN" sz="2400" b="1" dirty="0"/>
              <a:t> System Calls </a:t>
            </a:r>
          </a:p>
          <a:p>
            <a:endParaRPr lang="en-IN" sz="2400" b="1" dirty="0"/>
          </a:p>
          <a:p>
            <a:endParaRPr lang="en-IN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2BB165-EC88-42CA-9730-7C5CC910A3EC}"/>
              </a:ext>
            </a:extLst>
          </p:cNvPr>
          <p:cNvSpPr txBox="1"/>
          <p:nvPr/>
        </p:nvSpPr>
        <p:spPr>
          <a:xfrm>
            <a:off x="1235039" y="3748335"/>
            <a:ext cx="4858512" cy="1705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IN" dirty="0"/>
              <a:t>        </a:t>
            </a:r>
            <a:r>
              <a:rPr lang="en-IN" sz="1600" dirty="0"/>
              <a:t>open()</a:t>
            </a:r>
            <a:r>
              <a:rPr lang="en-IN" dirty="0"/>
              <a:t> → Opens a file</a:t>
            </a:r>
          </a:p>
          <a:p>
            <a:pPr lvl="0">
              <a:lnSpc>
                <a:spcPct val="150000"/>
              </a:lnSpc>
            </a:pPr>
            <a:r>
              <a:rPr lang="en-IN" sz="1600" dirty="0"/>
              <a:t>         read()</a:t>
            </a:r>
            <a:r>
              <a:rPr lang="en-IN" dirty="0"/>
              <a:t> → Reads data</a:t>
            </a:r>
          </a:p>
          <a:p>
            <a:pPr lvl="0">
              <a:lnSpc>
                <a:spcPct val="150000"/>
              </a:lnSpc>
            </a:pPr>
            <a:r>
              <a:rPr lang="en-IN" sz="1600" dirty="0"/>
              <a:t>         write()</a:t>
            </a:r>
            <a:r>
              <a:rPr lang="en-IN" dirty="0"/>
              <a:t> → Writes data</a:t>
            </a:r>
          </a:p>
          <a:p>
            <a:pPr lvl="0">
              <a:lnSpc>
                <a:spcPct val="150000"/>
              </a:lnSpc>
            </a:pPr>
            <a:r>
              <a:rPr lang="en-IN" sz="1600" dirty="0"/>
              <a:t>         close()</a:t>
            </a:r>
            <a:r>
              <a:rPr lang="en-IN" dirty="0"/>
              <a:t> → Closes a file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DF8F3F-34D5-D421-8791-F159D8E0CC71}"/>
              </a:ext>
            </a:extLst>
          </p:cNvPr>
          <p:cNvSpPr txBox="1"/>
          <p:nvPr/>
        </p:nvSpPr>
        <p:spPr>
          <a:xfrm>
            <a:off x="6920241" y="3748335"/>
            <a:ext cx="4328160" cy="1289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IN" b="1" dirty="0"/>
              <a:t>          </a:t>
            </a:r>
            <a:r>
              <a:rPr lang="en-IN" dirty="0"/>
              <a:t>read() → Reads from a device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         write() → Sends data to a device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         </a:t>
            </a:r>
            <a:r>
              <a:rPr lang="en-IN" dirty="0" err="1"/>
              <a:t>ioctl</a:t>
            </a:r>
            <a:r>
              <a:rPr lang="en-IN" dirty="0"/>
              <a:t>() → Controls a device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370E537-11C5-04CF-2F37-60417D3F6774}"/>
              </a:ext>
            </a:extLst>
          </p:cNvPr>
          <p:cNvCxnSpPr>
            <a:cxnSpLocks/>
          </p:cNvCxnSpPr>
          <p:nvPr/>
        </p:nvCxnSpPr>
        <p:spPr>
          <a:xfrm>
            <a:off x="1013551" y="3058294"/>
            <a:ext cx="415788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72904D2-C7D0-4836-F30A-8A918FB5A703}"/>
              </a:ext>
            </a:extLst>
          </p:cNvPr>
          <p:cNvCxnSpPr/>
          <p:nvPr/>
        </p:nvCxnSpPr>
        <p:spPr>
          <a:xfrm>
            <a:off x="5761736" y="2074539"/>
            <a:ext cx="0" cy="42005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EED9B1-3AEE-DA79-5C93-8B9A3E72D6D2}"/>
              </a:ext>
            </a:extLst>
          </p:cNvPr>
          <p:cNvCxnSpPr>
            <a:cxnSpLocks/>
          </p:cNvCxnSpPr>
          <p:nvPr/>
        </p:nvCxnSpPr>
        <p:spPr>
          <a:xfrm>
            <a:off x="6328512" y="3058294"/>
            <a:ext cx="46239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35B6C069-4AB0-7BF4-3B38-A1EF05584371}"/>
              </a:ext>
            </a:extLst>
          </p:cNvPr>
          <p:cNvSpPr/>
          <p:nvPr/>
        </p:nvSpPr>
        <p:spPr>
          <a:xfrm>
            <a:off x="4064000" y="1290320"/>
            <a:ext cx="1320800" cy="1117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599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CB488-8D35-28EE-8BDB-2008416E8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bstract blue and purple graphics presentation digital background 23155968  Vector Art at Vecteezy">
            <a:extLst>
              <a:ext uri="{FF2B5EF4-FFF2-40B4-BE49-F238E27FC236}">
                <a16:creationId xmlns:a16="http://schemas.microsoft.com/office/drawing/2014/main" id="{DD45F1AF-836E-4771-5D2E-ABD4C1D84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43840"/>
            <a:ext cx="12785511" cy="8611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282543-200A-8F6F-B0F4-5305E825D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591" y="861167"/>
            <a:ext cx="9942409" cy="876193"/>
          </a:xfrm>
        </p:spPr>
        <p:txBody>
          <a:bodyPr>
            <a:normAutofit/>
          </a:bodyPr>
          <a:lstStyle/>
          <a:p>
            <a:r>
              <a:rPr lang="en-IN" sz="3600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CC2B8-A369-0D08-38CC-F6CAA4923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6657" y="1989703"/>
            <a:ext cx="9942409" cy="4305300"/>
          </a:xfrm>
        </p:spPr>
        <p:txBody>
          <a:bodyPr>
            <a:normAutofit fontScale="92500" lnSpcReduction="20000"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/>
              <a:t>Linux efficiently manages </a:t>
            </a:r>
            <a:r>
              <a:rPr lang="en-IN" sz="1900" b="1" dirty="0"/>
              <a:t>CPU, memory, files, and I/O devices</a:t>
            </a:r>
            <a:r>
              <a:rPr lang="en-IN" sz="1900" dirty="0"/>
              <a:t>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/>
              <a:t>The </a:t>
            </a:r>
            <a:r>
              <a:rPr lang="en-IN" sz="1900" b="1" dirty="0"/>
              <a:t>kernel</a:t>
            </a:r>
            <a:r>
              <a:rPr lang="en-IN" sz="1900" dirty="0"/>
              <a:t> acts as the central controller of system resources.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b="1" dirty="0"/>
              <a:t>System calls</a:t>
            </a:r>
            <a:r>
              <a:rPr lang="en-IN" sz="1900" dirty="0"/>
              <a:t> provide a secure interface between user applications and the kernel.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/>
              <a:t>File system calls enable </a:t>
            </a:r>
            <a:r>
              <a:rPr lang="en-IN" sz="1900" b="1" dirty="0"/>
              <a:t>file creation, reading, writing, and access control</a:t>
            </a:r>
            <a:r>
              <a:rPr lang="en-IN" sz="1900" dirty="0"/>
              <a:t>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/>
              <a:t>Device system calls enable applications to </a:t>
            </a:r>
            <a:r>
              <a:rPr lang="en-IN" sz="1900" b="1" dirty="0"/>
              <a:t>communicate with hardware through device drivers</a:t>
            </a:r>
            <a:r>
              <a:rPr lang="en-IN" sz="1900" dirty="0"/>
              <a:t>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/>
              <a:t>Proper resource management allows </a:t>
            </a:r>
            <a:r>
              <a:rPr lang="en-IN" sz="1900" b="1" dirty="0"/>
              <a:t>multiple users and processes to work simultaneously</a:t>
            </a:r>
            <a:r>
              <a:rPr lang="en-IN" sz="1900" dirty="0"/>
              <a:t>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/>
              <a:t>Overall, Linux provides </a:t>
            </a:r>
            <a:r>
              <a:rPr lang="en-IN" sz="1900" b="1" dirty="0"/>
              <a:t>efficient, secure, and controlled resource sharing</a:t>
            </a:r>
            <a:r>
              <a:rPr lang="en-IN" sz="19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A0A4DE3-E068-1E6A-5985-B269346AA182}"/>
              </a:ext>
            </a:extLst>
          </p:cNvPr>
          <p:cNvCxnSpPr>
            <a:cxnSpLocks/>
          </p:cNvCxnSpPr>
          <p:nvPr/>
        </p:nvCxnSpPr>
        <p:spPr>
          <a:xfrm>
            <a:off x="609600" y="1539133"/>
            <a:ext cx="109016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5805354"/>
      </p:ext>
    </p:extLst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95</TotalTime>
  <Words>411</Words>
  <Application>Microsoft Office PowerPoint</Application>
  <PresentationFormat>Widescreen</PresentationFormat>
  <Paragraphs>44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 Black</vt:lpstr>
      <vt:lpstr>Arial</vt:lpstr>
      <vt:lpstr>Neue Haas Grotesk Text Pro</vt:lpstr>
      <vt:lpstr>Film Burn</vt:lpstr>
      <vt:lpstr>RESOURCE MANAGEMENT AND SYSTEM CALLS IN LINUX</vt:lpstr>
      <vt:lpstr>INTRODUCTION </vt:lpstr>
      <vt:lpstr>ABSTRACT</vt:lpstr>
      <vt:lpstr>OS Functions in Resource Management</vt:lpstr>
      <vt:lpstr>SYSTEM CALLS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VIGNESHWAR D</dc:creator>
  <cp:lastModifiedBy>VIGNESHWAR D</cp:lastModifiedBy>
  <cp:revision>1</cp:revision>
  <dcterms:created xsi:type="dcterms:W3CDTF">2026-10-04T12:47:00Z</dcterms:created>
  <dcterms:modified xsi:type="dcterms:W3CDTF">2026-10-04T14:22:47Z</dcterms:modified>
</cp:coreProperties>
</file>